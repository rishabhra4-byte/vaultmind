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55B5A99-A899-4721-A4FA-8FA5C9C5DB1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Remind people to add parents in the HR portal before 15 January.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186E6A-9357-4AD9-A70B-3B95B57DED7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51826F-F39C-4CE8-8E73-15F62083B8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3E8A94-AF9B-4F32-8F1D-6512AA834D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29FCE6B-8CE6-4EE8-9FA4-FDB88FC2CD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827CE6D-87BD-4131-B0D2-263DCDB4AA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73CE20C-2C9A-43AE-8BEB-6A5AB4B9B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CEB6714-09D4-4F8C-9EDE-BE5C7E51F6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DCD8D27-D27D-48B4-8549-5DE4138E23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2D20D97-C232-49DD-8C96-8B3B86BFA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3EB819A-CF9D-46E7-B76F-D018664FF3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4F564D2-1DAB-44CD-BCBB-3FF0094106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56D041A-67AB-4A41-8E09-6554B5B89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11DAD3-692F-4C28-93DE-4324005713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793828-9C64-4868-AE25-57342EF396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785B75-47E0-4400-8524-29C5AC2610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DAE1C0-79B9-44DD-A5B3-CAC05A67C2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215FFB-F5DC-49FA-83D6-104862F2B6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AAC34C-D2C3-40E5-BEC5-9A54A6B6C9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F20AB2-99C4-4660-8FBF-6FB98374BF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74924B-A0AF-45AA-8426-1669DE9377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FF15A5-BC29-410C-99A9-AEEFF09E54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24868F-4A8B-4043-AA85-27FBABF32A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EC6080-9F0A-4AA8-BF89-0BED4C2E3D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Benefits 2026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What changes on 1 January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Health insurance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Parents are covered from 1 January 2026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Cover goes up to INR 5 lakh a year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Gym and wellness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8" name="Table 2"/>
          <p:cNvGraphicFramePr/>
          <p:nvPr/>
        </p:nvGraphicFramePr>
        <p:xfrm>
          <a:off x="914400" y="1828800"/>
          <a:ext cx="548604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Gym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INR 1,500 a month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Wellness app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Free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