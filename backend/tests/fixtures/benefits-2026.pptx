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 people to add parents in the HR portal before 15 January.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Benefits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What changes on 1 January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insurance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Parents are covered from 1 January 2026</a:t>
            </a:r>
          </a:p>
          <a:p>
            <a:pPr lvl="1"/>
            <a:r>
              <a:t>Cover goes up to INR 5 lakh a year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Gym and wellness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Benefit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Amount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Gym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INR 1,500 a month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Wellness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Free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